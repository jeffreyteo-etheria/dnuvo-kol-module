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6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E88F-0657-9BE3-A68E-EC8D7A6E8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F9C93-0E53-95C5-30BC-7DF185D6F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2509-43C9-5D1A-88F6-2C216AA2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C2D84-58F1-7A15-66FF-159B8946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9782-26AE-4DEF-5CAD-25084308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5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AE60-0AA3-B116-C6AF-EC842A8A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F24C3-8B81-0EFF-C895-A9EC0D213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A53F9-C9FE-F503-203A-447FD093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C2935-51BB-1D31-D7CC-373A2702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26C1-513F-1B8C-2DA2-F058FC49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13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D055-948F-2B4D-4523-37FFE528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8B3EF-D041-430A-278D-5228075BC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8B33-AC56-42A6-02E3-0E4290AC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18E4-43D6-A1A3-48CB-DAE95CE7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27BEA-629E-39F6-969C-5AD8F987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8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864B-50B9-02DC-BB6E-1A8D0C03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C561-9171-2058-2BF6-32193875E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4E5EE-A4C0-AFA6-EBBB-D6EA9F139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77EB0-EB84-1B30-B9FF-AA342FDC9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E6432-EF2A-BEBB-31C5-9EB7A04B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215A1-96F1-B257-3F36-6E0A2FD1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4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5B92-7C09-7672-C7CA-C1735CCC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34DBC-8373-94B6-290D-937FD29F0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9A12E-C91A-4A64-4C44-07C3CA058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042FA-C487-BF8A-2A94-DB8118BF6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9F3A6-8BF0-9455-3FFF-32AF9C757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BC522-A652-AC9E-2231-EF92F07E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9C2CA-8CCB-C639-B3B2-7BC08F35A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B17DAE-F4BD-C435-ACE4-012597A1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1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56BE-4BE8-AAAC-84E8-0CD63FE6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96EF3-080E-EE14-93A1-BAC42C7D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C2D53-5D19-5225-83DB-15D006964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F1B622-0924-500A-A854-0579FEFF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75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1CEA4-8CEA-E5F4-3DE3-2C5D6163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29FCF7-8741-4B11-8AEB-235667EE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D27F-F8E0-D13C-717E-00845EBE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77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AA3F-AE44-A4E6-4250-F599031D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30F-A311-1C51-2447-9EC3ED62B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86308-18A7-F024-FD56-B80510048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76F1D-3A2C-46CF-3A9A-E28D7EDB0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B462F-4827-EEF1-65BE-B098FEE7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86731-5E57-8480-BA93-748B5A53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8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0D23-3E50-811C-B26A-AA669FA5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9A9BFB-A993-60B9-45AA-9241172D5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293A6-CC54-E6C3-D78C-D3D5466C3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383AB-DD2D-EAC1-C112-BDB61CAE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CA002-21BA-370D-2206-4A3E6234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5FF9B-6EEA-776B-F4FD-D211DFDF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1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CBF1-35FE-2E40-7CDC-8BB874A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4C66F-2F9D-E8DD-DD4A-80B34F66C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D2399-5922-CED2-C3F8-1EC33C2E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CDF1-D7CB-095F-F470-46CEB26A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ED602-B2B9-1AEC-5CC1-693C74553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0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F4ED4-BD08-97F3-31DE-3E3900677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414DC-CD81-4EDD-C760-C4AF4FD08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A347A-50C5-BBEC-0615-97FEA973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13CF9-FDD9-75CB-F8D1-69029D37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91147-62A2-5B50-B7F3-C5314E06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4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E64E5-ECDA-479B-2281-0A7A63FF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42229-CB3F-7E8C-3BA5-215306440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90AFB-AEF2-CE04-6C92-262E383F6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11/10/2025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BF54-0E56-F881-A9D5-0734AB2E7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A3183-95E2-926F-2D9D-BAB3CB1F8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izm37y42y.skywork.websit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smoke on a grey background&#10;&#10;AI-generated content may be incorrect.">
            <a:extLst>
              <a:ext uri="{FF2B5EF4-FFF2-40B4-BE49-F238E27FC236}">
                <a16:creationId xmlns:a16="http://schemas.microsoft.com/office/drawing/2014/main" id="{11E626E1-2B2E-F62E-5F82-A3FAC470B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1126" y="0"/>
            <a:ext cx="18074252" cy="70941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79102-94BC-1AAA-AD22-2FE77560AD3B}"/>
              </a:ext>
            </a:extLst>
          </p:cNvPr>
          <p:cNvSpPr txBox="1"/>
          <p:nvPr/>
        </p:nvSpPr>
        <p:spPr>
          <a:xfrm>
            <a:off x="2496457" y="3657323"/>
            <a:ext cx="71990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 err="1">
                <a:latin typeface="Inter" panose="02000503000000020004" pitchFamily="2" charset="0"/>
                <a:ea typeface="Inter" panose="02000503000000020004" pitchFamily="2" charset="0"/>
              </a:rPr>
              <a:t>d.nuvo</a:t>
            </a:r>
            <a:r>
              <a:rPr lang="en-SG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ko-KR" altLang="en-US" dirty="0">
                <a:latin typeface="Inter" panose="02000503000000020004" pitchFamily="2" charset="0"/>
              </a:rPr>
              <a:t>디누보 </a:t>
            </a:r>
            <a:r>
              <a:rPr lang="en-SG" dirty="0">
                <a:latin typeface="Inter" panose="02000503000000020004" pitchFamily="2" charset="0"/>
                <a:ea typeface="Inter" panose="02000503000000020004" pitchFamily="2" charset="0"/>
              </a:rPr>
              <a:t>means </a:t>
            </a:r>
            <a:r>
              <a:rPr lang="en-SG" dirty="0" err="1">
                <a:latin typeface="Inter" panose="02000503000000020004" pitchFamily="2" charset="0"/>
                <a:ea typeface="Inter" panose="02000503000000020004" pitchFamily="2" charset="0"/>
              </a:rPr>
              <a:t>dermatologia</a:t>
            </a:r>
            <a:r>
              <a:rPr lang="en-SG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SG" dirty="0" err="1">
                <a:latin typeface="Inter" panose="02000503000000020004" pitchFamily="2" charset="0"/>
                <a:ea typeface="Inter" panose="02000503000000020004" pitchFamily="2" charset="0"/>
              </a:rPr>
              <a:t>nuova</a:t>
            </a:r>
            <a:r>
              <a:rPr lang="en-SG" dirty="0">
                <a:latin typeface="Inter" panose="02000503000000020004" pitchFamily="2" charset="0"/>
                <a:ea typeface="Inter" panose="02000503000000020004" pitchFamily="2" charset="0"/>
              </a:rPr>
              <a:t>. Made in Korea  - Delivers active ingredients deeply into the skin with proprietary patented </a:t>
            </a:r>
            <a:r>
              <a:rPr lang="en-SG" dirty="0" err="1">
                <a:latin typeface="Inter" panose="02000503000000020004" pitchFamily="2" charset="0"/>
                <a:ea typeface="Inter" panose="02000503000000020004" pitchFamily="2" charset="0"/>
              </a:rPr>
              <a:t>Ceramided</a:t>
            </a:r>
            <a:r>
              <a:rPr lang="en-SG" dirty="0">
                <a:latin typeface="Inter" panose="02000503000000020004" pitchFamily="2" charset="0"/>
                <a:ea typeface="Inter" panose="02000503000000020004" pitchFamily="2" charset="0"/>
              </a:rPr>
              <a:t>™ Technology.</a:t>
            </a:r>
          </a:p>
          <a:p>
            <a:pPr algn="ctr"/>
            <a:endParaRPr lang="en-SG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algn="ctr"/>
            <a:r>
              <a:rPr lang="en-US" b="1" dirty="0"/>
              <a:t>Discover the full </a:t>
            </a:r>
            <a:r>
              <a:rPr lang="en-US" b="1" dirty="0" err="1"/>
              <a:t>d.nuvo</a:t>
            </a:r>
            <a:r>
              <a:rPr lang="en-US" b="1" dirty="0"/>
              <a:t> story and explore the science behind truly effective skincare.</a:t>
            </a:r>
            <a:r>
              <a:rPr lang="en-US" dirty="0"/>
              <a:t> </a:t>
            </a:r>
          </a:p>
        </p:txBody>
      </p:sp>
      <p:sp>
        <p:nvSpPr>
          <p:cNvPr id="10" name="Rectangle: Rounded Corners 9">
            <a:hlinkClick r:id="rId3"/>
            <a:extLst>
              <a:ext uri="{FF2B5EF4-FFF2-40B4-BE49-F238E27FC236}">
                <a16:creationId xmlns:a16="http://schemas.microsoft.com/office/drawing/2014/main" id="{FD62604F-5571-506C-295F-8B4E5329B337}"/>
              </a:ext>
            </a:extLst>
          </p:cNvPr>
          <p:cNvSpPr/>
          <p:nvPr/>
        </p:nvSpPr>
        <p:spPr>
          <a:xfrm>
            <a:off x="4434112" y="5544456"/>
            <a:ext cx="3323773" cy="9144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40A04050005020304" pitchFamily="18" charset="0"/>
              </a:rPr>
              <a:t>More info here</a:t>
            </a:r>
          </a:p>
        </p:txBody>
      </p:sp>
    </p:spTree>
    <p:extLst>
      <p:ext uri="{BB962C8B-B14F-4D97-AF65-F5344CB8AC3E}">
        <p14:creationId xmlns:p14="http://schemas.microsoft.com/office/powerpoint/2010/main" val="337821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Amasis MT Pro Black</vt:lpstr>
      <vt:lpstr>Aptos</vt:lpstr>
      <vt:lpstr>Aptos Display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2025-11-02T13:55:11Z</dcterms:created>
  <dcterms:modified xsi:type="dcterms:W3CDTF">2025-11-10T10:56:33Z</dcterms:modified>
</cp:coreProperties>
</file>